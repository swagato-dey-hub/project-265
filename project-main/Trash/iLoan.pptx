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86B4-72DC-D61B-2332-50C63BF01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34527-0D06-5E84-2F35-F21F15BC3A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D3461-1FD8-726B-C5E4-701F1D00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6491A-9AA2-DD8F-A593-F362C5C35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4991F-1D7A-949F-E549-05A29F6E3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53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534D-5F90-A9E7-E481-8DE7685B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0F45B-D312-7193-FF37-AAB28EB77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43FBA-6793-2679-32F4-DBBDF4ED9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25054-1F40-476C-8CD0-BFC75BFC9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52B4E-4320-6A01-E4E5-ACFB308C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3CB0-F2C7-12AD-D064-FD156DA1A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6EB9A-B6B7-A1CD-A978-C07807A99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4B947-EEBC-6DEB-9F06-30264809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FF657-7CC9-DD63-BA25-004D0944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3AB66-C44C-7487-8489-152074053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5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6A2C-1CA5-A691-A744-153974E0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9BFB2-EA64-1FFE-B720-1D4AEA741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713A4-3F34-83A6-571E-F2FD163C0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12FFE-5569-0AC1-4B1E-12A0B8BCD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4BDD3-4088-3C65-7092-2CF48DC9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E6E0B8-6977-F1E7-A655-61F141BF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06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BD136-03C4-76E8-B3E3-EAC4FD7F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A2D25-5EE3-5F89-3DAE-A6C645FC0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CD413-F382-006C-8DA7-43E881D36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1FAD12-1A79-D6DD-952D-93E7CC0DB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31AB2-C865-B52A-8B69-E700DB5D3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BB6A1D-1E02-C138-D14E-91963DAA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C97990-4836-F87C-0F1B-0564E331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8479B-29D4-9625-25F8-D0578A9E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36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EC4F-6DD1-A821-8FFC-DADA35E91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FB9EA6-E8B1-D6AF-F860-024C376B1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A4A59-E2D6-05A8-9E48-53CD3164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DB2BB-3B21-0DA3-8AF0-A46E06B7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634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EA3B6-32A4-C199-2A6D-D56E4A1E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5F63B1-4F8B-A629-1E14-7D1278444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7599-E0ED-CA2D-2523-609451FC6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194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1B98-624F-392E-88A1-16C39B0C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4D174-B0F3-7BCC-9F74-70786E59B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1AC7BF-8D54-7D1F-A007-6E37FB600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8A1EB-9983-CB63-0751-510A19E78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1A6C4-ECC0-40F8-5727-5BB76CC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17C97-59F4-73E3-354A-BF47C398F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704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B007-A78F-B1E0-24E9-0AF0ED27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73F3ED-286D-8707-2BF7-A94FB29C6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91D864-047C-4D48-966D-1E5DEDD89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09D8E-6CAA-59A6-EBCC-CB9E50DBB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A7801-92EE-8C7E-69C9-ACEAEBD1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D7A31-461C-9EBD-17DD-B140B1422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805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59891-01AF-8594-7D0B-CEB921C9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C112A-06F9-ED6C-B204-81A5A0638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B35FD-E88E-1151-8AF4-2CBF3A5AE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714E6-317E-21FE-1678-CB6FE1CA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979DB-852A-281E-0008-158660364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411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9293F-3D60-9510-FDDD-5EFEA27158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CF5D5-8A5D-590A-9AD9-774A254CB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4102C-2181-6FC6-57E8-FDD97A05C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AB6CF-F040-53D1-4D54-D673074E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4DCB-078C-35B7-B7AB-C418934FF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766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8B3278-B753-899F-0128-1E94D411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FA7D4-7081-66CF-64F3-BA66C76EF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CA6EB-3102-C4DA-0AAE-6F1ECE8217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361C3-2701-4DEE-8BFA-E93108B225F4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EA1C3-7DBF-85A2-56BC-0455D3748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2440-A590-FAD1-A4B3-2164768E5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D2849-2E1D-432E-B84D-FCFD2A9A9F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47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589-43BA-09BE-DB52-4DB85B1849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iLoan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87B08-9A92-9A0D-4F2C-05F5292EA9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online portal where user can check </a:t>
            </a:r>
            <a:r>
              <a:rPr lang="en-US" dirty="0" err="1"/>
              <a:t>wheather</a:t>
            </a:r>
            <a:r>
              <a:rPr lang="en-US" dirty="0"/>
              <a:t> he/she can get a loan or not just giving some basic details about them.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4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F2E1-B939-B8AF-A4AB-8F68C723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 Stack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C64E-F7AC-84A1-6879-413B434BC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Frontend (React)</a:t>
            </a:r>
          </a:p>
          <a:p>
            <a:r>
              <a:rPr lang="en-US" dirty="0"/>
              <a:t>The React frontend will:</a:t>
            </a:r>
          </a:p>
          <a:p>
            <a:pPr lvl="1"/>
            <a:r>
              <a:rPr lang="en-US" dirty="0"/>
              <a:t>Show the input form (e.g., Age, Income, Credit History)</a:t>
            </a:r>
          </a:p>
          <a:p>
            <a:pPr lvl="1"/>
            <a:r>
              <a:rPr lang="en-US" dirty="0"/>
              <a:t>Submit the form to the backend API</a:t>
            </a:r>
          </a:p>
          <a:p>
            <a:pPr lvl="1"/>
            <a:r>
              <a:rPr lang="en-US" dirty="0"/>
              <a:t>Display the prediction result (e.g., "Loan Approved: Yes/No")</a:t>
            </a:r>
          </a:p>
          <a:p>
            <a:pPr lvl="1"/>
            <a:endParaRPr lang="en-US" dirty="0"/>
          </a:p>
          <a:p>
            <a:r>
              <a:rPr lang="en-IN" dirty="0"/>
              <a:t>2. </a:t>
            </a:r>
            <a:r>
              <a:rPr lang="en-IN" b="1" dirty="0"/>
              <a:t>Machine Learning Model </a:t>
            </a:r>
            <a:r>
              <a:rPr lang="en-IN" dirty="0"/>
              <a:t>(Python + scikit-learn)</a:t>
            </a:r>
          </a:p>
          <a:p>
            <a:r>
              <a:rPr lang="en-IN" dirty="0"/>
              <a:t>The ML model will take the input from user and predict </a:t>
            </a:r>
            <a:r>
              <a:rPr lang="en-IN" dirty="0" err="1"/>
              <a:t>wheather</a:t>
            </a:r>
            <a:r>
              <a:rPr lang="en-IN" dirty="0"/>
              <a:t> he/she can get the loan based on the details that user has given.</a:t>
            </a:r>
          </a:p>
        </p:txBody>
      </p:sp>
    </p:spTree>
    <p:extLst>
      <p:ext uri="{BB962C8B-B14F-4D97-AF65-F5344CB8AC3E}">
        <p14:creationId xmlns:p14="http://schemas.microsoft.com/office/powerpoint/2010/main" val="238547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0A0BCF-CBE1-9871-18AC-7ABF8801D41C}"/>
              </a:ext>
            </a:extLst>
          </p:cNvPr>
          <p:cNvSpPr txBox="1"/>
          <p:nvPr/>
        </p:nvSpPr>
        <p:spPr>
          <a:xfrm>
            <a:off x="811763" y="1101012"/>
            <a:ext cx="1085150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3. </a:t>
            </a:r>
            <a:r>
              <a:rPr lang="en-US" b="1" dirty="0"/>
              <a:t>Backend (Flask </a:t>
            </a:r>
            <a:r>
              <a:rPr lang="en-US" b="1"/>
              <a:t>or Django or Node.js)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Accept data from React, preprocess it, run the model, and return the result.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IN" dirty="0"/>
              <a:t>4. </a:t>
            </a:r>
            <a:r>
              <a:rPr lang="en-IN" b="1" dirty="0"/>
              <a:t>Database (MongoDB)</a:t>
            </a:r>
          </a:p>
          <a:p>
            <a:endParaRPr lang="en-IN" b="1" dirty="0"/>
          </a:p>
          <a:p>
            <a:r>
              <a:rPr lang="en-IN" b="1" dirty="0"/>
              <a:t> </a:t>
            </a:r>
            <a:r>
              <a:rPr lang="en-IN" dirty="0"/>
              <a:t>to store details like:</a:t>
            </a:r>
          </a:p>
          <a:p>
            <a:r>
              <a:rPr lang="en-IN" dirty="0"/>
              <a:t>User details</a:t>
            </a:r>
          </a:p>
          <a:p>
            <a:r>
              <a:rPr lang="en-IN" dirty="0"/>
              <a:t>Prediction logs</a:t>
            </a:r>
          </a:p>
          <a:p>
            <a:r>
              <a:rPr lang="en-IN" dirty="0"/>
              <a:t>Application history, etc.</a:t>
            </a:r>
          </a:p>
        </p:txBody>
      </p:sp>
    </p:spTree>
    <p:extLst>
      <p:ext uri="{BB962C8B-B14F-4D97-AF65-F5344CB8AC3E}">
        <p14:creationId xmlns:p14="http://schemas.microsoft.com/office/powerpoint/2010/main" val="391828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ECE5-91FA-CD2F-AB0F-A891E497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Design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EB833B-955E-A49D-7C17-9B39330FD6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5554" y="1825625"/>
            <a:ext cx="2900892" cy="4351338"/>
          </a:xfrm>
        </p:spPr>
      </p:pic>
    </p:spTree>
    <p:extLst>
      <p:ext uri="{BB962C8B-B14F-4D97-AF65-F5344CB8AC3E}">
        <p14:creationId xmlns:p14="http://schemas.microsoft.com/office/powerpoint/2010/main" val="381090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168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iLoan </vt:lpstr>
      <vt:lpstr>Tech Stack</vt:lpstr>
      <vt:lpstr>PowerPoint Presentation</vt:lpstr>
      <vt:lpstr>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Debanjan Bose</dc:creator>
  <cp:lastModifiedBy>Debanjan Bose</cp:lastModifiedBy>
  <cp:revision>1</cp:revision>
  <dcterms:created xsi:type="dcterms:W3CDTF">2025-07-22T07:33:32Z</dcterms:created>
  <dcterms:modified xsi:type="dcterms:W3CDTF">2025-07-22T07:48:48Z</dcterms:modified>
</cp:coreProperties>
</file>